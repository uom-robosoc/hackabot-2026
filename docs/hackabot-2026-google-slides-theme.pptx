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188720"/>
            <a:ext cx="7589520" cy="1280160"/>
          </a:xfrm>
        </p:spPr>
        <p:txBody>
          <a:bodyPr wrap="square" anchor="t"/>
          <a:lstStyle/>
          <a:p>
            <a:pPr algn="l"/>
            <a:r>
              <a:rPr lang="en-US" smtClean="0" sz="2800" b="1">
                <a:solidFill>
                  <a:srgbClr val="F1F3F5"/>
                </a:solidFill>
                <a:latin typeface="Space Grotesk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2514600"/>
            <a:ext cx="6583680" cy="1097280"/>
          </a:xfrm>
        </p:spPr>
        <p:txBody>
          <a:bodyPr wrap="square" anchor="t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 b="0">
                <a:solidFill>
                  <a:srgbClr val="C1C2C5"/>
                </a:solidFill>
                <a:latin typeface="Arial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02920"/>
            <a:ext cx="9784080" cy="685800"/>
          </a:xfrm>
        </p:spPr>
        <p:txBody>
          <a:bodyPr wrap="square" anchor="t"/>
          <a:lstStyle/>
          <a:p>
            <a:pPr algn="l"/>
            <a:r>
              <a:rPr lang="en-US" smtClean="0" sz="2200" b="1">
                <a:solidFill>
                  <a:srgbClr val="F1F3F5"/>
                </a:solidFill>
                <a:latin typeface="Space Grotesk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" y="1600200"/>
            <a:ext cx="9875520" cy="4297680"/>
          </a:xfrm>
        </p:spPr>
        <p:txBody>
          <a:bodyPr wrap="square" anchor="t"/>
          <a:lstStyle/>
          <a:p>
            <a:pPr lvl="0" algn="l"/>
            <a:r>
              <a:rPr lang="en-US" smtClean="0" sz="1800" b="0">
                <a:solidFill>
                  <a:srgbClr val="C1C2C5"/>
                </a:solidFill>
                <a:latin typeface="Arial"/>
              </a:rPr>
              <a:t>Click to edit Master text styles</a:t>
            </a:r>
          </a:p>
          <a:p>
            <a:pPr lvl="1" algn="l"/>
            <a:r>
              <a:rPr lang="en-US" smtClean="0" sz="1800" b="0">
                <a:solidFill>
                  <a:srgbClr val="C1C2C5"/>
                </a:solidFill>
                <a:latin typeface="Arial"/>
              </a:rPr>
              <a:t>Second level</a:t>
            </a:r>
          </a:p>
          <a:p>
            <a:pPr lvl="2" algn="l"/>
            <a:r>
              <a:rPr lang="en-US" smtClean="0" sz="1800" b="0">
                <a:solidFill>
                  <a:srgbClr val="C1C2C5"/>
                </a:solidFill>
                <a:latin typeface="Arial"/>
              </a:rPr>
              <a:t>Third level</a:t>
            </a:r>
          </a:p>
          <a:p>
            <a:pPr lvl="3" algn="l"/>
            <a:r>
              <a:rPr lang="en-US" smtClean="0" sz="1800" b="0">
                <a:solidFill>
                  <a:srgbClr val="C1C2C5"/>
                </a:solidFill>
                <a:latin typeface="Arial"/>
              </a:rPr>
              <a:t>Fourth level</a:t>
            </a:r>
          </a:p>
          <a:p>
            <a:pPr lvl="4" algn="l"/>
            <a:r>
              <a:rPr lang="en-US" smtClean="0" sz="1800" b="0">
                <a:solidFill>
                  <a:srgbClr val="C1C2C5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6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520440"/>
            <a:ext cx="8046720" cy="91440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600" b="1">
                <a:solidFill>
                  <a:srgbClr val="F1F3F5"/>
                </a:solidFill>
                <a:latin typeface="Space Grotesk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4572000"/>
            <a:ext cx="7680960" cy="640080"/>
          </a:xfrm>
        </p:spPr>
        <p:txBody>
          <a:bodyPr anchor="t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 b="0">
                <a:solidFill>
                  <a:srgbClr val="C1C2C5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02920"/>
            <a:ext cx="9784080" cy="685800"/>
          </a:xfrm>
        </p:spPr>
        <p:txBody>
          <a:bodyPr wrap="square" anchor="t"/>
          <a:lstStyle/>
          <a:p>
            <a:pPr algn="l"/>
            <a:r>
              <a:rPr lang="en-US" smtClean="0" sz="2200" b="1">
                <a:solidFill>
                  <a:srgbClr val="F1F3F5"/>
                </a:solidFill>
                <a:latin typeface="Space Grotesk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8680" y="1737360"/>
            <a:ext cx="4572000" cy="3931920"/>
          </a:xfrm>
        </p:spPr>
        <p:txBody>
          <a:bodyPr wrap="square"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Click to edit Master text styles</a:t>
            </a:r>
          </a:p>
          <a:p>
            <a:pPr lvl="1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Second level</a:t>
            </a:r>
          </a:p>
          <a:p>
            <a:pPr lvl="2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Third level</a:t>
            </a:r>
          </a:p>
          <a:p>
            <a:pPr lvl="3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Fourth level</a:t>
            </a:r>
          </a:p>
          <a:p>
            <a:pPr lvl="4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6520" y="1737360"/>
            <a:ext cx="4572000" cy="3931920"/>
          </a:xfrm>
        </p:spPr>
        <p:txBody>
          <a:bodyPr wrap="square"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Click to edit Master text styles</a:t>
            </a:r>
          </a:p>
          <a:p>
            <a:pPr lvl="1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Second level</a:t>
            </a:r>
          </a:p>
          <a:p>
            <a:pPr lvl="2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Third level</a:t>
            </a:r>
          </a:p>
          <a:p>
            <a:pPr lvl="3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Fourth level</a:t>
            </a:r>
          </a:p>
          <a:p>
            <a:pPr lvl="4" algn="l"/>
            <a:r>
              <a:rPr lang="en-US" smtClean="0" sz="1700" b="0">
                <a:solidFill>
                  <a:srgbClr val="C1C2C5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02920"/>
            <a:ext cx="10058400" cy="685800"/>
          </a:xfrm>
        </p:spPr>
        <p:txBody>
          <a:bodyPr wrap="square" anchor="t"/>
          <a:lstStyle/>
          <a:p>
            <a:pPr algn="l"/>
            <a:r>
              <a:rPr lang="en-US" smtClean="0" sz="2200" b="1">
                <a:solidFill>
                  <a:srgbClr val="F1F3F5"/>
                </a:solidFill>
                <a:latin typeface="Space Grotesk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anchor="t"/>
          <a:lstStyle/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anchor="t"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/>
          <a:lstStyle/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1F3F5"/>
                </a:solidFill>
                <a:latin typeface="Space Grotesk"/>
              </a:rPr>
              <a:t>Hack-A-Bot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400" b="0">
                <a:solidFill>
                  <a:srgbClr val="C1C2C5"/>
                </a:solidFill>
                <a:latin typeface="Arial"/>
              </a:rPr>
              <a:t>Google Slides theme deck built from the documented site palette and visual 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274320"/>
            <a:ext cx="3474720" cy="3474720"/>
          </a:xfrm>
          <a:prstGeom prst="ellipse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384048"/>
            <a:ext cx="1828800" cy="1828800"/>
          </a:xfrm>
          <a:prstGeom prst="ellipse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4663440"/>
            <a:ext cx="2560320" cy="1417320"/>
          </a:xfrm>
          <a:prstGeom prst="ellipse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85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ACB7"/>
                </a:solidFill>
                <a:latin typeface="Space Grotesk"/>
              </a:rPr>
              <a:t>HACK-A-BOT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657600"/>
            <a:ext cx="1645920" cy="347472"/>
          </a:xfrm>
          <a:prstGeom prst="roundRect">
            <a:avLst/>
          </a:prstGeom>
          <a:solidFill>
            <a:srgbClr val="161922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3F5"/>
                </a:solidFill>
                <a:latin typeface="Space Grotesk"/>
              </a:rPr>
              <a:t>Dark 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3657600"/>
            <a:ext cx="2103120" cy="347472"/>
          </a:xfrm>
          <a:prstGeom prst="roundRect">
            <a:avLst/>
          </a:prstGeom>
          <a:solidFill>
            <a:srgbClr val="161922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3F5"/>
                </a:solidFill>
                <a:latin typeface="Space Grotesk"/>
              </a:rPr>
              <a:t>Cool-neutral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3657600"/>
            <a:ext cx="2103120" cy="347472"/>
          </a:xfrm>
          <a:prstGeom prst="round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DF2F4"/>
                </a:solidFill>
                <a:latin typeface="Space Grotesk"/>
              </a:rPr>
              <a:t>Red interaction accent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15968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9DDE4"/>
                </a:solidFill>
                <a:latin typeface="Arial"/>
              </a:rPr>
              <a:t>Import this PPTX into Google Slides, then keep it as a starter deck or use it as the theme source for a new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658368" y="1481328"/>
            <a:ext cx="10195560" cy="452628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1F3F5"/>
                </a:solidFill>
                <a:latin typeface="Space Grotesk"/>
              </a:rPr>
              <a:t>Theme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C1C2C5"/>
                </a:solidFill>
                <a:latin typeface="Arial"/>
              </a:rPr>
              <a:t>Dark technical base with cool-gray structure.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C1C2C5"/>
                </a:solidFill>
                <a:latin typeface="Arial"/>
              </a:rPr>
              <a:t>High-contrast type for headings, agendas, and scorecards.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C1C2C5"/>
                </a:solidFill>
                <a:latin typeface="Arial"/>
              </a:rPr>
              <a:t>Red reserved for action states, emphasis, and key data points.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C1C2C5"/>
                </a:solidFill>
                <a:latin typeface="Arial"/>
              </a:rPr>
              <a:t>Borders and glows stay subtle so content remains primary.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41080" y="512064"/>
            <a:ext cx="1874519" cy="329184"/>
          </a:xfrm>
          <a:prstGeom prst="round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DF2F4"/>
                </a:solidFill>
                <a:latin typeface="Space Grotesk"/>
              </a:rPr>
              <a:t>Theme Source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1F3F5"/>
                </a:solidFill>
                <a:latin typeface="Space Grotesk"/>
              </a:rPr>
              <a:t>Event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400" b="0">
                <a:solidFill>
                  <a:srgbClr val="C1C2C5"/>
                </a:solidFill>
                <a:latin typeface="Arial"/>
              </a:rPr>
              <a:t>Use this layout for agenda breaks, tracks, judging phases, and sponsor sections.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2148840" cy="146304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ACB7"/>
                </a:solidFill>
                <a:latin typeface="Space Grotes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6309360" y="1536192"/>
            <a:ext cx="4892040" cy="434340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536192"/>
            <a:ext cx="4892040" cy="434340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1F3F5"/>
                </a:solidFill>
                <a:latin typeface="Space Grotesk"/>
              </a:rPr>
              <a:t>Tracks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AI assistants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Automation tools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Student workflows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Team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Demo-ready prototype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Pitch narrative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Judging summary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1C2C5"/>
                </a:solidFill>
                <a:latin typeface="Arial"/>
              </a:rPr>
              <a:t>Deployment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170432"/>
            <a:ext cx="1463040" cy="310896"/>
          </a:xfrm>
          <a:prstGeom prst="roundRect">
            <a:avLst/>
          </a:prstGeom>
          <a:solidFill>
            <a:srgbClr val="161922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F3F5"/>
                </a:solidFill>
                <a:latin typeface="Space Grotesk"/>
              </a:rPr>
              <a:t>Tracks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170432"/>
            <a:ext cx="1783080" cy="310896"/>
          </a:xfrm>
          <a:prstGeom prst="round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DF2F4"/>
                </a:solidFill>
                <a:latin typeface="Space Grotesk"/>
              </a:rPr>
              <a:t>Deliverables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7424927" y="1828800"/>
            <a:ext cx="2743200" cy="256032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2743200" cy="256032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2743200" cy="2560320"/>
          </a:xfrm>
          <a:prstGeom prst="roundRect">
            <a:avLst/>
          </a:prstGeom>
          <a:solidFill>
            <a:srgbClr val="212730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1F3F5"/>
                </a:solidFill>
                <a:latin typeface="Space Grotesk"/>
              </a:rPr>
              <a:t>Presentation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21284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F233C"/>
                </a:solidFill>
                <a:latin typeface="Space Grotesk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1C2C5"/>
                </a:solidFill>
                <a:latin typeface="Arial"/>
              </a:rPr>
              <a:t>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4015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DE4"/>
                </a:solidFill>
                <a:latin typeface="Arial"/>
              </a:rPr>
              <a:t>Use for metrics, counts, or deadlines.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21284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F233C"/>
                </a:solidFill>
                <a:latin typeface="Space Grotesk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1C2C5"/>
                </a:solidFill>
                <a:latin typeface="Arial"/>
              </a:rPr>
              <a:t>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4015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DE4"/>
                </a:solidFill>
                <a:latin typeface="Arial"/>
              </a:rPr>
              <a:t>Use for metrics, counts, or deadlines.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212848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F233C"/>
                </a:solidFill>
                <a:latin typeface="Space Grotes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7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1C2C5"/>
                </a:solidFill>
                <a:latin typeface="Arial"/>
              </a:rPr>
              <a:t>Judges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4015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DE4"/>
                </a:solidFill>
                <a:latin typeface="Arial"/>
              </a:rPr>
              <a:t>Use for metrics, counts, or deadlines.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1F3F5"/>
                </a:solidFill>
                <a:latin typeface="Space Grotesk"/>
              </a:rPr>
              <a:t>Palette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1C2C5"/>
                </a:solidFill>
                <a:latin typeface="Arial"/>
              </a:rPr>
              <a:t>Core colors taken from the documented site theme.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822960" cy="566928"/>
          </a:xfrm>
          <a:prstGeom prst="roundRect">
            <a:avLst/>
          </a:prstGeom>
          <a:solidFill>
            <a:srgbClr val="101113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17373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196596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#101113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91640"/>
            <a:ext cx="822960" cy="566928"/>
          </a:xfrm>
          <a:prstGeom prst="roundRect">
            <a:avLst/>
          </a:prstGeom>
          <a:solidFill>
            <a:srgbClr val="161922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17373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196596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#161922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822960" cy="566928"/>
          </a:xfrm>
          <a:prstGeom prst="roundRect">
            <a:avLst/>
          </a:prstGeom>
          <a:solidFill>
            <a:srgbClr val="F1F3F5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27432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9718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#F1F3F5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697480"/>
            <a:ext cx="822960" cy="566928"/>
          </a:xfrm>
          <a:prstGeom prst="roundRect">
            <a:avLst/>
          </a:prstGeom>
          <a:solidFill>
            <a:srgbClr val="C1C2C5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27432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9718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#C1C2C5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822960" cy="566928"/>
          </a:xfrm>
          <a:prstGeom prst="roundRect">
            <a:avLst/>
          </a:prstGeom>
          <a:solidFill>
            <a:srgbClr val="EF233C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374904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397764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#EF233C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703320"/>
            <a:ext cx="822960" cy="566928"/>
          </a:xfrm>
          <a:prstGeom prst="roundRect">
            <a:avLst/>
          </a:prstGeom>
          <a:solidFill>
            <a:srgbClr val="D90429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374904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397764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#D90429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9160"/>
            <a:ext cx="822960" cy="566928"/>
          </a:xfrm>
          <a:prstGeom prst="roundRect">
            <a:avLst/>
          </a:prstGeom>
          <a:solidFill>
            <a:srgbClr val="8D99AE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9072" y="475488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Cool gray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498348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#8D99AE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709160"/>
            <a:ext cx="822960" cy="566928"/>
          </a:xfrm>
          <a:prstGeom prst="roundRect">
            <a:avLst/>
          </a:prstGeom>
          <a:solidFill>
            <a:srgbClr val="EDF2F4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67912" y="475488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3F5"/>
                </a:solidFill>
                <a:latin typeface="Space Grotesk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498348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1C2C5"/>
                </a:solidFill>
                <a:latin typeface="Arial"/>
              </a:rPr>
              <a:t>#EDF2F4</a:t>
            </a:r>
          </a:p>
        </p:txBody>
      </p:sp>
      <p:pic>
        <p:nvPicPr>
          <p:cNvPr id="29" name="Picture 28" descr="theme-color-scheme-visual-light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05840"/>
            <a:ext cx="6263640" cy="4697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ckABot 2026">
      <a:dk1>
        <a:srgbClr val="101113"/>
      </a:dk1>
      <a:lt1>
        <a:srgbClr val="F1F3F5"/>
      </a:lt1>
      <a:dk2>
        <a:srgbClr val="161922"/>
      </a:dk2>
      <a:lt2>
        <a:srgbClr val="EDF2F4"/>
      </a:lt2>
      <a:accent1>
        <a:srgbClr val="EF233C"/>
      </a:accent1>
      <a:accent2>
        <a:srgbClr val="D90429"/>
      </a:accent2>
      <a:accent3>
        <a:srgbClr val="2B2D42"/>
      </a:accent3>
      <a:accent4>
        <a:srgbClr val="8D99AE"/>
      </a:accent4>
      <a:accent5>
        <a:srgbClr val="C1C2C5"/>
      </a:accent5>
      <a:accent6>
        <a:srgbClr val="FFACB7"/>
      </a:accent6>
      <a:hlink>
        <a:srgbClr val="EF233C"/>
      </a:hlink>
      <a:folHlink>
        <a:srgbClr val="D90429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